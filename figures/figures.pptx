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99" r:id="rId2"/>
    <p:sldId id="500" r:id="rId3"/>
    <p:sldId id="258" r:id="rId4"/>
    <p:sldId id="501" r:id="rId5"/>
    <p:sldId id="334" r:id="rId6"/>
    <p:sldId id="374" r:id="rId7"/>
    <p:sldId id="431" r:id="rId8"/>
    <p:sldId id="464" r:id="rId9"/>
    <p:sldId id="4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" id="{EDD9E2E4-FD1B-4336-8577-698FE42927F6}">
          <p14:sldIdLst>
            <p14:sldId id="499"/>
            <p14:sldId id="500"/>
            <p14:sldId id="258"/>
          </p14:sldIdLst>
        </p14:section>
        <p14:section name="CHAPTER 2" id="{771C4ED1-8723-462E-9DA8-2C9661CD6DFC}">
          <p14:sldIdLst>
            <p14:sldId id="501"/>
          </p14:sldIdLst>
        </p14:section>
        <p14:section name="CHAPTER 3" id="{310C7856-15F6-4610-AE34-8FD3216F2430}">
          <p14:sldIdLst>
            <p14:sldId id="334"/>
          </p14:sldIdLst>
        </p14:section>
        <p14:section name="CHAPTER 4" id="{042C0151-77F3-4CB7-BD8D-CE76B09AE2F1}">
          <p14:sldIdLst>
            <p14:sldId id="374"/>
          </p14:sldIdLst>
        </p14:section>
        <p14:section name="CHAPTER 5" id="{0B80E1D5-C726-4016-A781-A8F067CEC572}">
          <p14:sldIdLst>
            <p14:sldId id="431"/>
          </p14:sldIdLst>
        </p14:section>
        <p14:section name="CHAPTER 6" id="{D8272514-B3B2-47A3-9D37-6E02CF5164E1}">
          <p14:sldIdLst>
            <p14:sldId id="464"/>
          </p14:sldIdLst>
        </p14:section>
        <p14:section name="CHAPTER 7" id="{839E146F-C56C-4FDB-837D-2D40F0EB0C7C}">
          <p14:sldIdLst>
            <p14:sldId id="4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4ACE4-C389-497A-966E-C70F5097C5CC}" v="6" dt="2026-05-08T20:53:42.504"/>
    <p1510:client id="{EFEBD115-5D17-4D70-91A9-A915A8692FE1}" v="427" dt="2026-05-08T18:50:45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chanosky" userId="543990dc0ff5ce14" providerId="LiveId" clId="{8E4DE338-F192-4434-A2D2-74D62C08B308}"/>
    <pc:docChg chg="undo redo custSel addSld delSld modSld sldOrd addSection delSection modSection">
      <pc:chgData name="Nicolas Cachanosky" userId="543990dc0ff5ce14" providerId="LiveId" clId="{8E4DE338-F192-4434-A2D2-74D62C08B308}" dt="2026-05-08T20:53:42.504" v="2526" actId="164"/>
      <pc:docMkLst>
        <pc:docMk/>
      </pc:docMkLst>
      <pc:sldChg chg="modSp mod">
        <pc:chgData name="Nicolas Cachanosky" userId="543990dc0ff5ce14" providerId="LiveId" clId="{8E4DE338-F192-4434-A2D2-74D62C08B308}" dt="2026-05-08T19:29:48.489" v="2221" actId="20577"/>
        <pc:sldMkLst>
          <pc:docMk/>
          <pc:sldMk cId="3829938297" sldId="258"/>
        </pc:sldMkLst>
        <pc:spChg chg="mod">
          <ac:chgData name="Nicolas Cachanosky" userId="543990dc0ff5ce14" providerId="LiveId" clId="{8E4DE338-F192-4434-A2D2-74D62C08B308}" dt="2026-04-29T21:49:19.152" v="16" actId="20577"/>
          <ac:spMkLst>
            <pc:docMk/>
            <pc:sldMk cId="3829938297" sldId="258"/>
            <ac:spMk id="2" creationId="{D493CB24-3ED3-1D06-FF1E-357BDA2EC010}"/>
          </ac:spMkLst>
        </pc:spChg>
        <pc:spChg chg="mod">
          <ac:chgData name="Nicolas Cachanosky" userId="543990dc0ff5ce14" providerId="LiveId" clId="{8E4DE338-F192-4434-A2D2-74D62C08B308}" dt="2026-05-08T19:29:48.489" v="2221" actId="20577"/>
          <ac:spMkLst>
            <pc:docMk/>
            <pc:sldMk cId="3829938297" sldId="258"/>
            <ac:spMk id="3" creationId="{60327550-4C38-F073-3FAB-099A6694EA24}"/>
          </ac:spMkLst>
        </pc:spChg>
      </pc:sldChg>
      <pc:sldChg chg="addSp delSp modSp del mod">
        <pc:chgData name="Nicolas Cachanosky" userId="543990dc0ff5ce14" providerId="LiveId" clId="{8E4DE338-F192-4434-A2D2-74D62C08B308}" dt="2026-05-08T19:28:57.554" v="2182" actId="47"/>
        <pc:sldMkLst>
          <pc:docMk/>
          <pc:sldMk cId="4095859562" sldId="260"/>
        </pc:sldMkLst>
      </pc:sldChg>
      <pc:sldChg chg="addSp delSp modSp del mod">
        <pc:chgData name="Nicolas Cachanosky" userId="543990dc0ff5ce14" providerId="LiveId" clId="{8E4DE338-F192-4434-A2D2-74D62C08B308}" dt="2026-05-08T19:28:57.554" v="2182" actId="47"/>
        <pc:sldMkLst>
          <pc:docMk/>
          <pc:sldMk cId="4262355235" sldId="261"/>
        </pc:sldMkLst>
      </pc:sldChg>
      <pc:sldChg chg="modSp del mod ord">
        <pc:chgData name="Nicolas Cachanosky" userId="543990dc0ff5ce14" providerId="LiveId" clId="{8E4DE338-F192-4434-A2D2-74D62C08B308}" dt="2026-05-08T19:28:57.554" v="2182" actId="47"/>
        <pc:sldMkLst>
          <pc:docMk/>
          <pc:sldMk cId="4253493400" sldId="268"/>
        </pc:sldMkLst>
      </pc:sldChg>
      <pc:sldChg chg="addSp delSp modSp del mod ord">
        <pc:chgData name="Nicolas Cachanosky" userId="543990dc0ff5ce14" providerId="LiveId" clId="{8E4DE338-F192-4434-A2D2-74D62C08B308}" dt="2026-05-08T19:28:57.554" v="2182" actId="47"/>
        <pc:sldMkLst>
          <pc:docMk/>
          <pc:sldMk cId="1080599092" sldId="269"/>
        </pc:sldMkLst>
      </pc:sldChg>
      <pc:sldChg chg="addSp delSp modSp del mod ord">
        <pc:chgData name="Nicolas Cachanosky" userId="543990dc0ff5ce14" providerId="LiveId" clId="{8E4DE338-F192-4434-A2D2-74D62C08B308}" dt="2026-05-08T19:28:59.126" v="2183" actId="47"/>
        <pc:sldMkLst>
          <pc:docMk/>
          <pc:sldMk cId="921016517" sldId="281"/>
        </pc:sldMkLst>
      </pc:sldChg>
      <pc:sldChg chg="addSp delSp modSp del mod ord">
        <pc:chgData name="Nicolas Cachanosky" userId="543990dc0ff5ce14" providerId="LiveId" clId="{8E4DE338-F192-4434-A2D2-74D62C08B308}" dt="2026-05-08T19:28:59.126" v="2183" actId="47"/>
        <pc:sldMkLst>
          <pc:docMk/>
          <pc:sldMk cId="1089973086" sldId="282"/>
        </pc:sldMkLst>
      </pc:sldChg>
      <pc:sldChg chg="modSp del mod ord">
        <pc:chgData name="Nicolas Cachanosky" userId="543990dc0ff5ce14" providerId="LiveId" clId="{8E4DE338-F192-4434-A2D2-74D62C08B308}" dt="2026-05-08T19:29:00.672" v="2184" actId="47"/>
        <pc:sldMkLst>
          <pc:docMk/>
          <pc:sldMk cId="4231503152" sldId="283"/>
        </pc:sldMkLst>
      </pc:sldChg>
      <pc:sldChg chg="del ord">
        <pc:chgData name="Nicolas Cachanosky" userId="543990dc0ff5ce14" providerId="LiveId" clId="{8E4DE338-F192-4434-A2D2-74D62C08B308}" dt="2026-05-08T19:28:59.126" v="2183" actId="47"/>
        <pc:sldMkLst>
          <pc:docMk/>
          <pc:sldMk cId="1927589300" sldId="285"/>
        </pc:sldMkLst>
      </pc:sldChg>
      <pc:sldChg chg="del ord">
        <pc:chgData name="Nicolas Cachanosky" userId="543990dc0ff5ce14" providerId="LiveId" clId="{8E4DE338-F192-4434-A2D2-74D62C08B308}" dt="2026-05-08T19:29:00.672" v="2184" actId="47"/>
        <pc:sldMkLst>
          <pc:docMk/>
          <pc:sldMk cId="585517794" sldId="286"/>
        </pc:sldMkLst>
      </pc:sldChg>
      <pc:sldChg chg="del ord">
        <pc:chgData name="Nicolas Cachanosky" userId="543990dc0ff5ce14" providerId="LiveId" clId="{8E4DE338-F192-4434-A2D2-74D62C08B308}" dt="2026-05-08T19:28:59.126" v="2183" actId="47"/>
        <pc:sldMkLst>
          <pc:docMk/>
          <pc:sldMk cId="2458335551" sldId="287"/>
        </pc:sldMkLst>
      </pc:sldChg>
      <pc:sldChg chg="del ord">
        <pc:chgData name="Nicolas Cachanosky" userId="543990dc0ff5ce14" providerId="LiveId" clId="{8E4DE338-F192-4434-A2D2-74D62C08B308}" dt="2026-05-08T19:28:59.126" v="2183" actId="47"/>
        <pc:sldMkLst>
          <pc:docMk/>
          <pc:sldMk cId="2386052459" sldId="288"/>
        </pc:sldMkLst>
      </pc:sldChg>
      <pc:sldChg chg="addSp delSp modSp add del mod">
        <pc:chgData name="Nicolas Cachanosky" userId="543990dc0ff5ce14" providerId="LiveId" clId="{8E4DE338-F192-4434-A2D2-74D62C08B308}" dt="2026-05-08T19:29:00.672" v="2184" actId="47"/>
        <pc:sldMkLst>
          <pc:docMk/>
          <pc:sldMk cId="482296090" sldId="296"/>
        </pc:sldMkLst>
      </pc:sldChg>
      <pc:sldChg chg="addSp delSp modSp add del mod">
        <pc:chgData name="Nicolas Cachanosky" userId="543990dc0ff5ce14" providerId="LiveId" clId="{8E4DE338-F192-4434-A2D2-74D62C08B308}" dt="2026-05-08T19:29:00.672" v="2184" actId="47"/>
        <pc:sldMkLst>
          <pc:docMk/>
          <pc:sldMk cId="3011994343" sldId="297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1205723080" sldId="298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3258745848" sldId="300"/>
        </pc:sldMkLst>
      </pc:sldChg>
      <pc:sldChg chg="addSp delSp modSp add del mod">
        <pc:chgData name="Nicolas Cachanosky" userId="543990dc0ff5ce14" providerId="LiveId" clId="{8E4DE338-F192-4434-A2D2-74D62C08B308}" dt="2026-05-08T19:29:00.672" v="2184" actId="47"/>
        <pc:sldMkLst>
          <pc:docMk/>
          <pc:sldMk cId="1761837451" sldId="304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316069940" sldId="307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2246482347" sldId="313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1429344706" sldId="316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466569188" sldId="320"/>
        </pc:sldMkLst>
      </pc:sldChg>
      <pc:sldChg chg="addSp delSp modSp add del mod ord">
        <pc:chgData name="Nicolas Cachanosky" userId="543990dc0ff5ce14" providerId="LiveId" clId="{8E4DE338-F192-4434-A2D2-74D62C08B308}" dt="2026-05-08T19:29:23.305" v="2193" actId="47"/>
        <pc:sldMkLst>
          <pc:docMk/>
          <pc:sldMk cId="592263345" sldId="323"/>
        </pc:sldMkLst>
      </pc:sldChg>
      <pc:sldChg chg="addSp delSp modSp add del mod">
        <pc:chgData name="Nicolas Cachanosky" userId="543990dc0ff5ce14" providerId="LiveId" clId="{8E4DE338-F192-4434-A2D2-74D62C08B308}" dt="2026-05-08T19:28:57.554" v="2182" actId="47"/>
        <pc:sldMkLst>
          <pc:docMk/>
          <pc:sldMk cId="971371452" sldId="328"/>
        </pc:sldMkLst>
      </pc:sldChg>
      <pc:sldChg chg="modSp add del mod ord">
        <pc:chgData name="Nicolas Cachanosky" userId="543990dc0ff5ce14" providerId="LiveId" clId="{8E4DE338-F192-4434-A2D2-74D62C08B308}" dt="2026-05-08T19:29:23.305" v="2193" actId="47"/>
        <pc:sldMkLst>
          <pc:docMk/>
          <pc:sldMk cId="3321949602" sldId="329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4048726865" sldId="330"/>
        </pc:sldMkLst>
      </pc:sldChg>
      <pc:sldChg chg="addSp delSp modSp add del mod">
        <pc:chgData name="Nicolas Cachanosky" userId="543990dc0ff5ce14" providerId="LiveId" clId="{8E4DE338-F192-4434-A2D2-74D62C08B308}" dt="2026-05-08T19:29:23.305" v="2193" actId="47"/>
        <pc:sldMkLst>
          <pc:docMk/>
          <pc:sldMk cId="137931181" sldId="332"/>
        </pc:sldMkLst>
      </pc:sldChg>
      <pc:sldChg chg="modSp add del mod">
        <pc:chgData name="Nicolas Cachanosky" userId="543990dc0ff5ce14" providerId="LiveId" clId="{8E4DE338-F192-4434-A2D2-74D62C08B308}" dt="2026-05-08T19:29:23.305" v="2193" actId="47"/>
        <pc:sldMkLst>
          <pc:docMk/>
          <pc:sldMk cId="1573984772" sldId="333"/>
        </pc:sldMkLst>
      </pc:sldChg>
      <pc:sldChg chg="modSp add mod ord">
        <pc:chgData name="Nicolas Cachanosky" userId="543990dc0ff5ce14" providerId="LiveId" clId="{8E4DE338-F192-4434-A2D2-74D62C08B308}" dt="2026-05-08T19:30:07.129" v="2274" actId="20577"/>
        <pc:sldMkLst>
          <pc:docMk/>
          <pc:sldMk cId="1770497363" sldId="334"/>
        </pc:sldMkLst>
        <pc:spChg chg="mod">
          <ac:chgData name="Nicolas Cachanosky" userId="543990dc0ff5ce14" providerId="LiveId" clId="{8E4DE338-F192-4434-A2D2-74D62C08B308}" dt="2026-05-04T14:44:13.664" v="405" actId="20577"/>
          <ac:spMkLst>
            <pc:docMk/>
            <pc:sldMk cId="1770497363" sldId="334"/>
            <ac:spMk id="2" creationId="{D6CDF444-52AF-E8DE-F293-4B0D61797AC8}"/>
          </ac:spMkLst>
        </pc:spChg>
        <pc:spChg chg="mod">
          <ac:chgData name="Nicolas Cachanosky" userId="543990dc0ff5ce14" providerId="LiveId" clId="{8E4DE338-F192-4434-A2D2-74D62C08B308}" dt="2026-05-08T19:30:07.129" v="2274" actId="20577"/>
          <ac:spMkLst>
            <pc:docMk/>
            <pc:sldMk cId="1770497363" sldId="334"/>
            <ac:spMk id="3" creationId="{2D4B8672-6C4E-2213-075B-C692A3C27EDB}"/>
          </ac:spMkLst>
        </pc:spChg>
      </pc:sldChg>
      <pc:sldChg chg="addSp delSp modSp add del mod">
        <pc:chgData name="Nicolas Cachanosky" userId="543990dc0ff5ce14" providerId="LiveId" clId="{8E4DE338-F192-4434-A2D2-74D62C08B308}" dt="2026-05-08T19:29:18.852" v="2192" actId="47"/>
        <pc:sldMkLst>
          <pc:docMk/>
          <pc:sldMk cId="3564435944" sldId="348"/>
        </pc:sldMkLst>
      </pc:sldChg>
      <pc:sldChg chg="add del">
        <pc:chgData name="Nicolas Cachanosky" userId="543990dc0ff5ce14" providerId="LiveId" clId="{8E4DE338-F192-4434-A2D2-74D62C08B308}" dt="2026-05-08T19:29:17.343" v="2191" actId="47"/>
        <pc:sldMkLst>
          <pc:docMk/>
          <pc:sldMk cId="1455864168" sldId="352"/>
        </pc:sldMkLst>
      </pc:sldChg>
      <pc:sldChg chg="delSp add del mod">
        <pc:chgData name="Nicolas Cachanosky" userId="543990dc0ff5ce14" providerId="LiveId" clId="{8E4DE338-F192-4434-A2D2-74D62C08B308}" dt="2026-05-08T19:29:17.343" v="2191" actId="47"/>
        <pc:sldMkLst>
          <pc:docMk/>
          <pc:sldMk cId="4043022963" sldId="353"/>
        </pc:sldMkLst>
      </pc:sldChg>
      <pc:sldChg chg="modSp add del mod">
        <pc:chgData name="Nicolas Cachanosky" userId="543990dc0ff5ce14" providerId="LiveId" clId="{8E4DE338-F192-4434-A2D2-74D62C08B308}" dt="2026-05-08T19:29:17.343" v="2191" actId="47"/>
        <pc:sldMkLst>
          <pc:docMk/>
          <pc:sldMk cId="3290024091" sldId="356"/>
        </pc:sldMkLst>
      </pc:sldChg>
      <pc:sldChg chg="addSp delSp modSp add del mod">
        <pc:chgData name="Nicolas Cachanosky" userId="543990dc0ff5ce14" providerId="LiveId" clId="{8E4DE338-F192-4434-A2D2-74D62C08B308}" dt="2026-05-08T19:29:17.343" v="2191" actId="47"/>
        <pc:sldMkLst>
          <pc:docMk/>
          <pc:sldMk cId="1807338168" sldId="361"/>
        </pc:sldMkLst>
      </pc:sldChg>
      <pc:sldChg chg="modSp add del mod">
        <pc:chgData name="Nicolas Cachanosky" userId="543990dc0ff5ce14" providerId="LiveId" clId="{8E4DE338-F192-4434-A2D2-74D62C08B308}" dt="2026-05-08T19:29:17.343" v="2191" actId="47"/>
        <pc:sldMkLst>
          <pc:docMk/>
          <pc:sldMk cId="102517057" sldId="365"/>
        </pc:sldMkLst>
      </pc:sldChg>
      <pc:sldChg chg="addSp delSp modSp add del mod">
        <pc:chgData name="Nicolas Cachanosky" userId="543990dc0ff5ce14" providerId="LiveId" clId="{8E4DE338-F192-4434-A2D2-74D62C08B308}" dt="2026-05-08T19:29:17.343" v="2191" actId="47"/>
        <pc:sldMkLst>
          <pc:docMk/>
          <pc:sldMk cId="594124397" sldId="369"/>
        </pc:sldMkLst>
      </pc:sldChg>
      <pc:sldChg chg="addSp delSp modSp add del mod">
        <pc:chgData name="Nicolas Cachanosky" userId="543990dc0ff5ce14" providerId="LiveId" clId="{8E4DE338-F192-4434-A2D2-74D62C08B308}" dt="2026-05-08T19:29:18.852" v="2192" actId="47"/>
        <pc:sldMkLst>
          <pc:docMk/>
          <pc:sldMk cId="2352318895" sldId="373"/>
        </pc:sldMkLst>
      </pc:sldChg>
      <pc:sldChg chg="modSp add mod ord">
        <pc:chgData name="Nicolas Cachanosky" userId="543990dc0ff5ce14" providerId="LiveId" clId="{8E4DE338-F192-4434-A2D2-74D62C08B308}" dt="2026-05-08T19:30:16.971" v="2303" actId="20577"/>
        <pc:sldMkLst>
          <pc:docMk/>
          <pc:sldMk cId="2502955332" sldId="374"/>
        </pc:sldMkLst>
        <pc:spChg chg="mod">
          <ac:chgData name="Nicolas Cachanosky" userId="543990dc0ff5ce14" providerId="LiveId" clId="{8E4DE338-F192-4434-A2D2-74D62C08B308}" dt="2026-05-04T22:02:02.284" v="847" actId="20577"/>
          <ac:spMkLst>
            <pc:docMk/>
            <pc:sldMk cId="2502955332" sldId="374"/>
            <ac:spMk id="2" creationId="{5DB606B9-D679-E0AA-F350-C03CD4FE21D1}"/>
          </ac:spMkLst>
        </pc:spChg>
        <pc:spChg chg="mod">
          <ac:chgData name="Nicolas Cachanosky" userId="543990dc0ff5ce14" providerId="LiveId" clId="{8E4DE338-F192-4434-A2D2-74D62C08B308}" dt="2026-05-08T19:30:16.971" v="2303" actId="20577"/>
          <ac:spMkLst>
            <pc:docMk/>
            <pc:sldMk cId="2502955332" sldId="374"/>
            <ac:spMk id="3" creationId="{1BF38DA6-9545-E47E-8072-BEB554423268}"/>
          </ac:spMkLst>
        </pc:spChg>
      </pc:sldChg>
      <pc:sldChg chg="addSp delSp modSp add del mod delAnim">
        <pc:chgData name="Nicolas Cachanosky" userId="543990dc0ff5ce14" providerId="LiveId" clId="{8E4DE338-F192-4434-A2D2-74D62C08B308}" dt="2026-05-08T19:29:15.090" v="2190" actId="47"/>
        <pc:sldMkLst>
          <pc:docMk/>
          <pc:sldMk cId="2256434160" sldId="385"/>
        </pc:sldMkLst>
      </pc:sldChg>
      <pc:sldChg chg="modSp add del">
        <pc:chgData name="Nicolas Cachanosky" userId="543990dc0ff5ce14" providerId="LiveId" clId="{8E4DE338-F192-4434-A2D2-74D62C08B308}" dt="2026-05-08T19:29:13.095" v="2189" actId="47"/>
        <pc:sldMkLst>
          <pc:docMk/>
          <pc:sldMk cId="3461856493" sldId="391"/>
        </pc:sldMkLst>
      </pc:sldChg>
      <pc:sldChg chg="modSp add del mod">
        <pc:chgData name="Nicolas Cachanosky" userId="543990dc0ff5ce14" providerId="LiveId" clId="{8E4DE338-F192-4434-A2D2-74D62C08B308}" dt="2026-05-08T19:29:05.058" v="2186" actId="47"/>
        <pc:sldMkLst>
          <pc:docMk/>
          <pc:sldMk cId="1925299455" sldId="401"/>
        </pc:sldMkLst>
        <pc:graphicFrameChg chg="mod">
          <ac:chgData name="Nicolas Cachanosky" userId="543990dc0ff5ce14" providerId="LiveId" clId="{8E4DE338-F192-4434-A2D2-74D62C08B308}" dt="2026-05-07T16:49:36.328" v="1466" actId="5736"/>
          <ac:graphicFrameMkLst>
            <pc:docMk/>
            <pc:sldMk cId="1925299455" sldId="401"/>
            <ac:graphicFrameMk id="10" creationId="{9ADC0D31-E0AA-46E0-E0DC-0DBFC75064CD}"/>
          </ac:graphicFrameMkLst>
        </pc:graphicFrameChg>
      </pc:sldChg>
      <pc:sldChg chg="add del">
        <pc:chgData name="Nicolas Cachanosky" userId="543990dc0ff5ce14" providerId="LiveId" clId="{8E4DE338-F192-4434-A2D2-74D62C08B308}" dt="2026-05-08T19:29:13.095" v="2189" actId="47"/>
        <pc:sldMkLst>
          <pc:docMk/>
          <pc:sldMk cId="165711021" sldId="403"/>
        </pc:sldMkLst>
      </pc:sldChg>
      <pc:sldChg chg="modSp add del">
        <pc:chgData name="Nicolas Cachanosky" userId="543990dc0ff5ce14" providerId="LiveId" clId="{8E4DE338-F192-4434-A2D2-74D62C08B308}" dt="2026-05-08T19:29:13.095" v="2189" actId="47"/>
        <pc:sldMkLst>
          <pc:docMk/>
          <pc:sldMk cId="1756063176" sldId="404"/>
        </pc:sldMkLst>
      </pc:sldChg>
      <pc:sldChg chg="addSp 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3516104212" sldId="406"/>
        </pc:sldMkLst>
      </pc:sldChg>
      <pc:sldChg chg="addSp 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385983582" sldId="411"/>
        </pc:sldMkLst>
      </pc:sldChg>
      <pc:sldChg chg="addSp 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4128837570" sldId="412"/>
        </pc:sldMkLst>
      </pc:sldChg>
      <pc:sldChg chg="delSp modSp add del mod">
        <pc:chgData name="Nicolas Cachanosky" userId="543990dc0ff5ce14" providerId="LiveId" clId="{8E4DE338-F192-4434-A2D2-74D62C08B308}" dt="2026-05-08T19:29:05.058" v="2186" actId="47"/>
        <pc:sldMkLst>
          <pc:docMk/>
          <pc:sldMk cId="617046579" sldId="414"/>
        </pc:sldMkLst>
        <pc:spChg chg="mod">
          <ac:chgData name="Nicolas Cachanosky" userId="543990dc0ff5ce14" providerId="LiveId" clId="{8E4DE338-F192-4434-A2D2-74D62C08B308}" dt="2026-05-07T16:10:49.303" v="1424" actId="1037"/>
          <ac:spMkLst>
            <pc:docMk/>
            <pc:sldMk cId="617046579" sldId="414"/>
            <ac:spMk id="2" creationId="{5B121BD8-EEF5-86AE-3303-18A1C21BC9EA}"/>
          </ac:spMkLst>
        </pc:spChg>
        <pc:spChg chg="mod">
          <ac:chgData name="Nicolas Cachanosky" userId="543990dc0ff5ce14" providerId="LiveId" clId="{8E4DE338-F192-4434-A2D2-74D62C08B308}" dt="2026-05-07T16:10:42.016" v="1419" actId="1036"/>
          <ac:spMkLst>
            <pc:docMk/>
            <pc:sldMk cId="617046579" sldId="414"/>
            <ac:spMk id="3" creationId="{C8D3EAFB-ED39-0ED4-9791-FA4E3254F4B2}"/>
          </ac:spMkLst>
        </pc:spChg>
        <pc:spChg chg="mod">
          <ac:chgData name="Nicolas Cachanosky" userId="543990dc0ff5ce14" providerId="LiveId" clId="{8E4DE338-F192-4434-A2D2-74D62C08B308}" dt="2026-05-07T16:10:25.758" v="1392" actId="1036"/>
          <ac:spMkLst>
            <pc:docMk/>
            <pc:sldMk cId="617046579" sldId="414"/>
            <ac:spMk id="4" creationId="{9D220AD2-6E84-04DF-5ECC-8E17877C427C}"/>
          </ac:spMkLst>
        </pc:spChg>
        <pc:spChg chg="mod">
          <ac:chgData name="Nicolas Cachanosky" userId="543990dc0ff5ce14" providerId="LiveId" clId="{8E4DE338-F192-4434-A2D2-74D62C08B308}" dt="2026-05-07T16:10:32.834" v="1407" actId="1036"/>
          <ac:spMkLst>
            <pc:docMk/>
            <pc:sldMk cId="617046579" sldId="414"/>
            <ac:spMk id="5" creationId="{F925C392-1B68-0E55-08F7-BAD5CFE6D552}"/>
          </ac:spMkLst>
        </pc:spChg>
        <pc:spChg chg="del">
          <ac:chgData name="Nicolas Cachanosky" userId="543990dc0ff5ce14" providerId="LiveId" clId="{8E4DE338-F192-4434-A2D2-74D62C08B308}" dt="2026-05-07T16:09:18.675" v="1339" actId="478"/>
          <ac:spMkLst>
            <pc:docMk/>
            <pc:sldMk cId="617046579" sldId="414"/>
            <ac:spMk id="6" creationId="{C05458DD-31B1-30BA-5F91-EE1B1FCAFBB0}"/>
          </ac:spMkLst>
        </pc:spChg>
        <pc:spChg chg="del">
          <ac:chgData name="Nicolas Cachanosky" userId="543990dc0ff5ce14" providerId="LiveId" clId="{8E4DE338-F192-4434-A2D2-74D62C08B308}" dt="2026-05-07T16:09:18.675" v="1339" actId="478"/>
          <ac:spMkLst>
            <pc:docMk/>
            <pc:sldMk cId="617046579" sldId="414"/>
            <ac:spMk id="7" creationId="{2C35F2D3-BB29-8B82-887D-7CFD63029D09}"/>
          </ac:spMkLst>
        </pc:spChg>
        <pc:graphicFrameChg chg="mod">
          <ac:chgData name="Nicolas Cachanosky" userId="543990dc0ff5ce14" providerId="LiveId" clId="{8E4DE338-F192-4434-A2D2-74D62C08B308}" dt="2026-05-07T16:11:00.541" v="1425" actId="5736"/>
          <ac:graphicFrameMkLst>
            <pc:docMk/>
            <pc:sldMk cId="617046579" sldId="414"/>
            <ac:graphicFrameMk id="10" creationId="{9ADC0D31-E0AA-46E0-E0DC-0DBFC75064CD}"/>
          </ac:graphicFrameMkLst>
        </pc:graphicFrameChg>
      </pc:sldChg>
      <pc:sldChg chg="add del">
        <pc:chgData name="Nicolas Cachanosky" userId="543990dc0ff5ce14" providerId="LiveId" clId="{8E4DE338-F192-4434-A2D2-74D62C08B308}" dt="2026-05-08T19:29:13.095" v="2189" actId="47"/>
        <pc:sldMkLst>
          <pc:docMk/>
          <pc:sldMk cId="1212912754" sldId="415"/>
        </pc:sldMkLst>
      </pc:sldChg>
      <pc:sldChg chg="delSp add del mod">
        <pc:chgData name="Nicolas Cachanosky" userId="543990dc0ff5ce14" providerId="LiveId" clId="{8E4DE338-F192-4434-A2D2-74D62C08B308}" dt="2026-05-08T19:29:09.615" v="2188" actId="47"/>
        <pc:sldMkLst>
          <pc:docMk/>
          <pc:sldMk cId="5490951" sldId="420"/>
        </pc:sldMkLst>
      </pc:sldChg>
      <pc:sldChg chg="addSp 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2508646879" sldId="421"/>
        </pc:sldMkLst>
      </pc:sldChg>
      <pc:sldChg chg="addSp 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1269981241" sldId="422"/>
        </pc:sldMkLst>
      </pc:sldChg>
      <pc:sldChg chg="delSp modSp add del mod">
        <pc:chgData name="Nicolas Cachanosky" userId="543990dc0ff5ce14" providerId="LiveId" clId="{8E4DE338-F192-4434-A2D2-74D62C08B308}" dt="2026-05-08T19:29:13.095" v="2189" actId="47"/>
        <pc:sldMkLst>
          <pc:docMk/>
          <pc:sldMk cId="1027055522" sldId="427"/>
        </pc:sldMkLst>
      </pc:sldChg>
      <pc:sldChg chg="add del">
        <pc:chgData name="Nicolas Cachanosky" userId="543990dc0ff5ce14" providerId="LiveId" clId="{8E4DE338-F192-4434-A2D2-74D62C08B308}" dt="2026-05-08T19:29:13.095" v="2189" actId="47"/>
        <pc:sldMkLst>
          <pc:docMk/>
          <pc:sldMk cId="1107199542" sldId="430"/>
        </pc:sldMkLst>
      </pc:sldChg>
      <pc:sldChg chg="modSp add mod ord">
        <pc:chgData name="Nicolas Cachanosky" userId="543990dc0ff5ce14" providerId="LiveId" clId="{8E4DE338-F192-4434-A2D2-74D62C08B308}" dt="2026-05-08T19:30:31.124" v="2328" actId="20577"/>
        <pc:sldMkLst>
          <pc:docMk/>
          <pc:sldMk cId="65700440" sldId="431"/>
        </pc:sldMkLst>
        <pc:spChg chg="mod">
          <ac:chgData name="Nicolas Cachanosky" userId="543990dc0ff5ce14" providerId="LiveId" clId="{8E4DE338-F192-4434-A2D2-74D62C08B308}" dt="2026-05-05T19:56:32.849" v="1152" actId="20577"/>
          <ac:spMkLst>
            <pc:docMk/>
            <pc:sldMk cId="65700440" sldId="431"/>
            <ac:spMk id="2" creationId="{DC907D4E-4FD4-DCAD-0893-D839D6B0A131}"/>
          </ac:spMkLst>
        </pc:spChg>
        <pc:spChg chg="mod">
          <ac:chgData name="Nicolas Cachanosky" userId="543990dc0ff5ce14" providerId="LiveId" clId="{8E4DE338-F192-4434-A2D2-74D62C08B308}" dt="2026-05-08T19:30:31.124" v="2328" actId="20577"/>
          <ac:spMkLst>
            <pc:docMk/>
            <pc:sldMk cId="65700440" sldId="431"/>
            <ac:spMk id="3" creationId="{6CFCB608-9F36-9D56-DF37-EA6FAD583D9F}"/>
          </ac:spMkLst>
        </pc:spChg>
      </pc:sldChg>
      <pc:sldChg chg="delSp modSp add del mod delAnim">
        <pc:chgData name="Nicolas Cachanosky" userId="543990dc0ff5ce14" providerId="LiveId" clId="{8E4DE338-F192-4434-A2D2-74D62C08B308}" dt="2026-05-08T19:29:09.615" v="2188" actId="47"/>
        <pc:sldMkLst>
          <pc:docMk/>
          <pc:sldMk cId="391797672" sldId="432"/>
        </pc:sldMkLst>
      </pc:sldChg>
      <pc:sldChg chg="addSp modSp add del mod">
        <pc:chgData name="Nicolas Cachanosky" userId="543990dc0ff5ce14" providerId="LiveId" clId="{8E4DE338-F192-4434-A2D2-74D62C08B308}" dt="2026-05-08T19:29:02.885" v="2185" actId="47"/>
        <pc:sldMkLst>
          <pc:docMk/>
          <pc:sldMk cId="2590583722" sldId="439"/>
        </pc:sldMkLst>
        <pc:spChg chg="add mod">
          <ac:chgData name="Nicolas Cachanosky" userId="543990dc0ff5ce14" providerId="LiveId" clId="{8E4DE338-F192-4434-A2D2-74D62C08B308}" dt="2026-05-07T18:39:54.303" v="1506" actId="13822"/>
          <ac:spMkLst>
            <pc:docMk/>
            <pc:sldMk cId="2590583722" sldId="439"/>
            <ac:spMk id="3" creationId="{09299BFB-374F-CCF4-0D0A-9E93C58808FC}"/>
          </ac:spMkLst>
        </pc:spChg>
        <pc:spChg chg="mod">
          <ac:chgData name="Nicolas Cachanosky" userId="543990dc0ff5ce14" providerId="LiveId" clId="{8E4DE338-F192-4434-A2D2-74D62C08B308}" dt="2026-05-07T18:26:14.978" v="1482" actId="1076"/>
          <ac:spMkLst>
            <pc:docMk/>
            <pc:sldMk cId="2590583722" sldId="439"/>
            <ac:spMk id="5" creationId="{62081D9D-890F-4BC5-BCD6-93BDC6D9EB9F}"/>
          </ac:spMkLst>
        </pc:spChg>
        <pc:spChg chg="add mod">
          <ac:chgData name="Nicolas Cachanosky" userId="543990dc0ff5ce14" providerId="LiveId" clId="{8E4DE338-F192-4434-A2D2-74D62C08B308}" dt="2026-05-07T18:40:07.892" v="1515" actId="1076"/>
          <ac:spMkLst>
            <pc:docMk/>
            <pc:sldMk cId="2590583722" sldId="439"/>
            <ac:spMk id="6" creationId="{9EE21CE1-77E4-8359-D262-B3417F315872}"/>
          </ac:spMkLst>
        </pc:spChg>
      </pc:sldChg>
      <pc:sldChg chg="add del">
        <pc:chgData name="Nicolas Cachanosky" userId="543990dc0ff5ce14" providerId="LiveId" clId="{8E4DE338-F192-4434-A2D2-74D62C08B308}" dt="2026-05-08T19:29:05.058" v="2186" actId="47"/>
        <pc:sldMkLst>
          <pc:docMk/>
          <pc:sldMk cId="4194227460" sldId="440"/>
        </pc:sldMkLst>
      </pc:sldChg>
      <pc:sldChg chg="addSp delSp modSp add del mod">
        <pc:chgData name="Nicolas Cachanosky" userId="543990dc0ff5ce14" providerId="LiveId" clId="{8E4DE338-F192-4434-A2D2-74D62C08B308}" dt="2026-05-08T19:29:09.615" v="2188" actId="47"/>
        <pc:sldMkLst>
          <pc:docMk/>
          <pc:sldMk cId="2180731946" sldId="441"/>
        </pc:sldMkLst>
      </pc:sldChg>
      <pc:sldChg chg="add del">
        <pc:chgData name="Nicolas Cachanosky" userId="543990dc0ff5ce14" providerId="LiveId" clId="{8E4DE338-F192-4434-A2D2-74D62C08B308}" dt="2026-05-08T19:29:02.885" v="2185" actId="47"/>
        <pc:sldMkLst>
          <pc:docMk/>
          <pc:sldMk cId="3732831878" sldId="442"/>
        </pc:sldMkLst>
      </pc:sldChg>
      <pc:sldChg chg="addSp delSp modSp add del mod">
        <pc:chgData name="Nicolas Cachanosky" userId="543990dc0ff5ce14" providerId="LiveId" clId="{8E4DE338-F192-4434-A2D2-74D62C08B308}" dt="2026-05-08T19:29:09.615" v="2188" actId="47"/>
        <pc:sldMkLst>
          <pc:docMk/>
          <pc:sldMk cId="4003096985" sldId="462"/>
        </pc:sldMkLst>
      </pc:sldChg>
      <pc:sldChg chg="add del">
        <pc:chgData name="Nicolas Cachanosky" userId="543990dc0ff5ce14" providerId="LiveId" clId="{8E4DE338-F192-4434-A2D2-74D62C08B308}" dt="2026-05-08T19:29:09.615" v="2188" actId="47"/>
        <pc:sldMkLst>
          <pc:docMk/>
          <pc:sldMk cId="4247345058" sldId="463"/>
        </pc:sldMkLst>
      </pc:sldChg>
      <pc:sldChg chg="modSp add mod ord">
        <pc:chgData name="Nicolas Cachanosky" userId="543990dc0ff5ce14" providerId="LiveId" clId="{8E4DE338-F192-4434-A2D2-74D62C08B308}" dt="2026-05-08T19:30:47.280" v="2402" actId="20577"/>
        <pc:sldMkLst>
          <pc:docMk/>
          <pc:sldMk cId="3037240392" sldId="464"/>
        </pc:sldMkLst>
        <pc:spChg chg="mod">
          <ac:chgData name="Nicolas Cachanosky" userId="543990dc0ff5ce14" providerId="LiveId" clId="{8E4DE338-F192-4434-A2D2-74D62C08B308}" dt="2026-05-07T17:08:37.487" v="1467" actId="20577"/>
          <ac:spMkLst>
            <pc:docMk/>
            <pc:sldMk cId="3037240392" sldId="464"/>
            <ac:spMk id="2" creationId="{82751AE2-05D5-2040-0CD7-4A5967B2844A}"/>
          </ac:spMkLst>
        </pc:spChg>
        <pc:spChg chg="mod">
          <ac:chgData name="Nicolas Cachanosky" userId="543990dc0ff5ce14" providerId="LiveId" clId="{8E4DE338-F192-4434-A2D2-74D62C08B308}" dt="2026-05-08T19:30:47.280" v="2402" actId="20577"/>
          <ac:spMkLst>
            <pc:docMk/>
            <pc:sldMk cId="3037240392" sldId="464"/>
            <ac:spMk id="3" creationId="{45E14478-3362-9512-BDFB-6332AFB7FA66}"/>
          </ac:spMkLst>
        </pc:spChg>
      </pc:sldChg>
      <pc:sldChg chg="add del">
        <pc:chgData name="Nicolas Cachanosky" userId="543990dc0ff5ce14" providerId="LiveId" clId="{8E4DE338-F192-4434-A2D2-74D62C08B308}" dt="2026-05-08T19:29:06.921" v="2187" actId="47"/>
        <pc:sldMkLst>
          <pc:docMk/>
          <pc:sldMk cId="4130995718" sldId="465"/>
        </pc:sldMkLst>
      </pc:sldChg>
      <pc:sldChg chg="modSp add del mod">
        <pc:chgData name="Nicolas Cachanosky" userId="543990dc0ff5ce14" providerId="LiveId" clId="{8E4DE338-F192-4434-A2D2-74D62C08B308}" dt="2026-05-08T19:29:02.885" v="2185" actId="47"/>
        <pc:sldMkLst>
          <pc:docMk/>
          <pc:sldMk cId="2243699749" sldId="485"/>
        </pc:sldMkLst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2" creationId="{BCF9C01E-2DAF-2648-C7BD-A2977D839A53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3" creationId="{71D8D24A-2B6A-9C73-082C-47C814D9C9FC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4" creationId="{ED9072BA-C206-B07D-E34E-80A8BD857B59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5" creationId="{C0AE9B70-527D-B6EC-2591-0CFAE639A10A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6" creationId="{27CDB157-4FC6-B298-1FB1-794FF228DAD7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7" creationId="{A286154E-E932-3185-141B-04B54D06FA1E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8" creationId="{C47CB176-EF63-6FEE-2DD2-7FB3588A4005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9" creationId="{51CEE4AF-EB01-5122-78B6-8AEE5D36E32B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20" creationId="{5E273399-48E3-9C4C-CBE5-64AED2BCFD7A}"/>
          </ac:spMkLst>
        </pc:spChg>
      </pc:sldChg>
      <pc:sldChg chg="modSp add del mod">
        <pc:chgData name="Nicolas Cachanosky" userId="543990dc0ff5ce14" providerId="LiveId" clId="{8E4DE338-F192-4434-A2D2-74D62C08B308}" dt="2026-05-08T19:29:02.885" v="2185" actId="47"/>
        <pc:sldMkLst>
          <pc:docMk/>
          <pc:sldMk cId="1075099946" sldId="488"/>
        </pc:sldMkLst>
        <pc:spChg chg="mod">
          <ac:chgData name="Nicolas Cachanosky" userId="543990dc0ff5ce14" providerId="LiveId" clId="{8E4DE338-F192-4434-A2D2-74D62C08B308}" dt="2026-05-07T17:10:46.156" v="1479" actId="27636"/>
          <ac:spMkLst>
            <pc:docMk/>
            <pc:sldMk cId="1075099946" sldId="488"/>
            <ac:spMk id="3" creationId="{A8DAD3D4-639D-8A76-E169-B5E7AA165725}"/>
          </ac:spMkLst>
        </pc:spChg>
        <pc:spChg chg="mod">
          <ac:chgData name="Nicolas Cachanosky" userId="543990dc0ff5ce14" providerId="LiveId" clId="{8E4DE338-F192-4434-A2D2-74D62C08B308}" dt="2026-05-07T18:27:46.657" v="1503" actId="1076"/>
          <ac:spMkLst>
            <pc:docMk/>
            <pc:sldMk cId="1075099946" sldId="488"/>
            <ac:spMk id="6" creationId="{34CCF34B-0765-F6D7-5255-C3F4281A6025}"/>
          </ac:spMkLst>
        </pc:spChg>
      </pc:sldChg>
      <pc:sldChg chg="modSp add del mod">
        <pc:chgData name="Nicolas Cachanosky" userId="543990dc0ff5ce14" providerId="LiveId" clId="{8E4DE338-F192-4434-A2D2-74D62C08B308}" dt="2026-05-08T19:29:02.885" v="2185" actId="47"/>
        <pc:sldMkLst>
          <pc:docMk/>
          <pc:sldMk cId="2740856262" sldId="491"/>
        </pc:sldMkLst>
        <pc:spChg chg="mod">
          <ac:chgData name="Nicolas Cachanosky" userId="543990dc0ff5ce14" providerId="LiveId" clId="{8E4DE338-F192-4434-A2D2-74D62C08B308}" dt="2026-05-07T18:28:01.357" v="1504" actId="404"/>
          <ac:spMkLst>
            <pc:docMk/>
            <pc:sldMk cId="2740856262" sldId="491"/>
            <ac:spMk id="41" creationId="{99A9FE2F-0221-232D-046F-2AA9A17A78B2}"/>
          </ac:spMkLst>
        </pc:spChg>
        <pc:spChg chg="mod">
          <ac:chgData name="Nicolas Cachanosky" userId="543990dc0ff5ce14" providerId="LiveId" clId="{8E4DE338-F192-4434-A2D2-74D62C08B308}" dt="2026-05-07T18:28:01.357" v="1504" actId="404"/>
          <ac:spMkLst>
            <pc:docMk/>
            <pc:sldMk cId="2740856262" sldId="491"/>
            <ac:spMk id="42" creationId="{12D85C99-1DF9-11F0-BEF8-36E955BF259A}"/>
          </ac:spMkLst>
        </pc:spChg>
      </pc:sldChg>
      <pc:sldChg chg="addSp delSp modSp add del mod">
        <pc:chgData name="Nicolas Cachanosky" userId="543990dc0ff5ce14" providerId="LiveId" clId="{8E4DE338-F192-4434-A2D2-74D62C08B308}" dt="2026-05-08T19:29:05.058" v="2186" actId="47"/>
        <pc:sldMkLst>
          <pc:docMk/>
          <pc:sldMk cId="2825135847" sldId="493"/>
        </pc:sldMkLst>
        <pc:spChg chg="del">
          <ac:chgData name="Nicolas Cachanosky" userId="543990dc0ff5ce14" providerId="LiveId" clId="{8E4DE338-F192-4434-A2D2-74D62C08B308}" dt="2026-05-07T16:07:02.944" v="1253" actId="478"/>
          <ac:spMkLst>
            <pc:docMk/>
            <pc:sldMk cId="2825135847" sldId="493"/>
            <ac:spMk id="2" creationId="{4DAD36C8-34CC-49A0-9CC3-DB569F5D7B7F}"/>
          </ac:spMkLst>
        </pc:spChg>
        <pc:spChg chg="del">
          <ac:chgData name="Nicolas Cachanosky" userId="543990dc0ff5ce14" providerId="LiveId" clId="{8E4DE338-F192-4434-A2D2-74D62C08B308}" dt="2026-05-07T16:07:19.384" v="1274" actId="478"/>
          <ac:spMkLst>
            <pc:docMk/>
            <pc:sldMk cId="2825135847" sldId="493"/>
            <ac:spMk id="4" creationId="{B0A86982-9C73-BA6B-4FE7-13CD7A493754}"/>
          </ac:spMkLst>
        </pc:spChg>
        <pc:spChg chg="del">
          <ac:chgData name="Nicolas Cachanosky" userId="543990dc0ff5ce14" providerId="LiveId" clId="{8E4DE338-F192-4434-A2D2-74D62C08B308}" dt="2026-05-07T16:07:19.384" v="1274" actId="478"/>
          <ac:spMkLst>
            <pc:docMk/>
            <pc:sldMk cId="2825135847" sldId="493"/>
            <ac:spMk id="5" creationId="{EF936B7C-D218-519B-9706-B552BE767CB4}"/>
          </ac:spMkLst>
        </pc:spChg>
        <pc:spChg chg="add del mod">
          <ac:chgData name="Nicolas Cachanosky" userId="543990dc0ff5ce14" providerId="LiveId" clId="{8E4DE338-F192-4434-A2D2-74D62C08B308}" dt="2026-05-07T16:07:05.184" v="1254" actId="478"/>
          <ac:spMkLst>
            <pc:docMk/>
            <pc:sldMk cId="2825135847" sldId="493"/>
            <ac:spMk id="6" creationId="{3041149B-1633-04D4-F938-99B263DBC6B3}"/>
          </ac:spMkLst>
        </pc:spChg>
        <pc:graphicFrameChg chg="mod">
          <ac:chgData name="Nicolas Cachanosky" userId="543990dc0ff5ce14" providerId="LiveId" clId="{8E4DE338-F192-4434-A2D2-74D62C08B308}" dt="2026-05-07T16:08:25.560" v="1290" actId="5736"/>
          <ac:graphicFrameMkLst>
            <pc:docMk/>
            <pc:sldMk cId="2825135847" sldId="493"/>
            <ac:graphicFrameMk id="10" creationId="{3679A5BF-932E-F682-D526-D3E57290A8C0}"/>
          </ac:graphicFrameMkLst>
        </pc:graphicFrameChg>
      </pc:sldChg>
      <pc:sldChg chg="add del">
        <pc:chgData name="Nicolas Cachanosky" userId="543990dc0ff5ce14" providerId="LiveId" clId="{8E4DE338-F192-4434-A2D2-74D62C08B308}" dt="2026-05-08T19:29:05.058" v="2186" actId="47"/>
        <pc:sldMkLst>
          <pc:docMk/>
          <pc:sldMk cId="2935286371" sldId="494"/>
        </pc:sldMkLst>
      </pc:sldChg>
      <pc:sldChg chg="addSp modSp new del">
        <pc:chgData name="Nicolas Cachanosky" userId="543990dc0ff5ce14" providerId="LiveId" clId="{8E4DE338-F192-4434-A2D2-74D62C08B308}" dt="2026-05-08T19:29:05.058" v="2186" actId="47"/>
        <pc:sldMkLst>
          <pc:docMk/>
          <pc:sldMk cId="1484279773" sldId="495"/>
        </pc:sldMkLst>
        <pc:picChg chg="add mod">
          <ac:chgData name="Nicolas Cachanosky" userId="543990dc0ff5ce14" providerId="LiveId" clId="{8E4DE338-F192-4434-A2D2-74D62C08B308}" dt="2026-05-07T16:11:23.515" v="1426" actId="2085"/>
          <ac:picMkLst>
            <pc:docMk/>
            <pc:sldMk cId="1484279773" sldId="495"/>
            <ac:picMk id="1026" creationId="{31F094C4-5682-2EE2-9FF4-A4DDA57D227B}"/>
          </ac:picMkLst>
        </pc:picChg>
      </pc:sldChg>
      <pc:sldChg chg="add del">
        <pc:chgData name="Nicolas Cachanosky" userId="543990dc0ff5ce14" providerId="LiveId" clId="{8E4DE338-F192-4434-A2D2-74D62C08B308}" dt="2026-05-08T19:29:05.058" v="2186" actId="47"/>
        <pc:sldMkLst>
          <pc:docMk/>
          <pc:sldMk cId="2149691498" sldId="496"/>
        </pc:sldMkLst>
      </pc:sldChg>
      <pc:sldChg chg="modSp add mod ord">
        <pc:chgData name="Nicolas Cachanosky" userId="543990dc0ff5ce14" providerId="LiveId" clId="{8E4DE338-F192-4434-A2D2-74D62C08B308}" dt="2026-05-08T19:31:06.124" v="2453" actId="20577"/>
        <pc:sldMkLst>
          <pc:docMk/>
          <pc:sldMk cId="3152294119" sldId="497"/>
        </pc:sldMkLst>
        <pc:spChg chg="mod">
          <ac:chgData name="Nicolas Cachanosky" userId="543990dc0ff5ce14" providerId="LiveId" clId="{8E4DE338-F192-4434-A2D2-74D62C08B308}" dt="2026-05-08T19:31:06.124" v="2453" actId="20577"/>
          <ac:spMkLst>
            <pc:docMk/>
            <pc:sldMk cId="3152294119" sldId="497"/>
            <ac:spMk id="2" creationId="{906F5684-2500-DAAB-5CD5-3FE0A1894961}"/>
          </ac:spMkLst>
        </pc:spChg>
        <pc:spChg chg="mod">
          <ac:chgData name="Nicolas Cachanosky" userId="543990dc0ff5ce14" providerId="LiveId" clId="{8E4DE338-F192-4434-A2D2-74D62C08B308}" dt="2026-05-08T19:31:02.866" v="2451" actId="20577"/>
          <ac:spMkLst>
            <pc:docMk/>
            <pc:sldMk cId="3152294119" sldId="497"/>
            <ac:spMk id="3" creationId="{3854E715-1945-F53E-FF70-8CD77209C6F8}"/>
          </ac:spMkLst>
        </pc:spChg>
      </pc:sldChg>
      <pc:sldChg chg="add del">
        <pc:chgData name="Nicolas Cachanosky" userId="543990dc0ff5ce14" providerId="LiveId" clId="{8E4DE338-F192-4434-A2D2-74D62C08B308}" dt="2026-05-08T19:29:02.885" v="2185" actId="47"/>
        <pc:sldMkLst>
          <pc:docMk/>
          <pc:sldMk cId="2308907694" sldId="498"/>
        </pc:sldMkLst>
      </pc:sldChg>
      <pc:sldChg chg="addSp delSp modSp new mod">
        <pc:chgData name="Nicolas Cachanosky" userId="543990dc0ff5ce14" providerId="LiveId" clId="{8E4DE338-F192-4434-A2D2-74D62C08B308}" dt="2026-05-08T19:26:45.761" v="2069" actId="14826"/>
        <pc:sldMkLst>
          <pc:docMk/>
          <pc:sldMk cId="3019576291" sldId="499"/>
        </pc:sldMkLst>
        <pc:spChg chg="mod">
          <ac:chgData name="Nicolas Cachanosky" userId="543990dc0ff5ce14" providerId="LiveId" clId="{8E4DE338-F192-4434-A2D2-74D62C08B308}" dt="2026-05-08T01:15:02.464" v="1522" actId="20577"/>
          <ac:spMkLst>
            <pc:docMk/>
            <pc:sldMk cId="3019576291" sldId="499"/>
            <ac:spMk id="2" creationId="{6B97646F-24D3-D556-C11A-C0E06557F622}"/>
          </ac:spMkLst>
        </pc:spChg>
        <pc:spChg chg="del">
          <ac:chgData name="Nicolas Cachanosky" userId="543990dc0ff5ce14" providerId="LiveId" clId="{8E4DE338-F192-4434-A2D2-74D62C08B308}" dt="2026-05-08T01:15:04.543" v="1523" actId="478"/>
          <ac:spMkLst>
            <pc:docMk/>
            <pc:sldMk cId="3019576291" sldId="499"/>
            <ac:spMk id="3" creationId="{636819E0-874B-BC1F-60F4-19C9AED164CC}"/>
          </ac:spMkLst>
        </pc:spChg>
        <pc:spChg chg="add mod">
          <ac:chgData name="Nicolas Cachanosky" userId="543990dc0ff5ce14" providerId="LiveId" clId="{8E4DE338-F192-4434-A2D2-74D62C08B308}" dt="2026-05-08T11:28:05.254" v="1619" actId="1076"/>
          <ac:spMkLst>
            <pc:docMk/>
            <pc:sldMk cId="3019576291" sldId="499"/>
            <ac:spMk id="4" creationId="{38342B9A-9FD2-D9F0-8E93-0FCD1A2DE72C}"/>
          </ac:spMkLst>
        </pc:spChg>
        <pc:spChg chg="add del mod">
          <ac:chgData name="Nicolas Cachanosky" userId="543990dc0ff5ce14" providerId="LiveId" clId="{8E4DE338-F192-4434-A2D2-74D62C08B308}" dt="2026-05-08T11:30:46.774" v="1726" actId="478"/>
          <ac:spMkLst>
            <pc:docMk/>
            <pc:sldMk cId="3019576291" sldId="499"/>
            <ac:spMk id="7" creationId="{A42A1607-307A-B537-467F-788EEEE104AB}"/>
          </ac:spMkLst>
        </pc:spChg>
        <pc:picChg chg="add mod">
          <ac:chgData name="Nicolas Cachanosky" userId="543990dc0ff5ce14" providerId="LiveId" clId="{8E4DE338-F192-4434-A2D2-74D62C08B308}" dt="2026-05-08T19:26:45.761" v="2069" actId="14826"/>
          <ac:picMkLst>
            <pc:docMk/>
            <pc:sldMk cId="3019576291" sldId="499"/>
            <ac:picMk id="5" creationId="{030011E8-7044-B08E-332C-5E9D46EA460F}"/>
          </ac:picMkLst>
        </pc:picChg>
        <pc:picChg chg="add del mod">
          <ac:chgData name="Nicolas Cachanosky" userId="543990dc0ff5ce14" providerId="LiveId" clId="{8E4DE338-F192-4434-A2D2-74D62C08B308}" dt="2026-05-08T11:30:45.610" v="1725" actId="478"/>
          <ac:picMkLst>
            <pc:docMk/>
            <pc:sldMk cId="3019576291" sldId="499"/>
            <ac:picMk id="6" creationId="{3238C06D-930C-8412-8F60-7D3619AF4136}"/>
          </ac:picMkLst>
        </pc:picChg>
      </pc:sldChg>
      <pc:sldChg chg="addSp delSp modSp add mod">
        <pc:chgData name="Nicolas Cachanosky" userId="543990dc0ff5ce14" providerId="LiveId" clId="{8E4DE338-F192-4434-A2D2-74D62C08B308}" dt="2026-05-08T20:53:42.504" v="2526" actId="164"/>
        <pc:sldMkLst>
          <pc:docMk/>
          <pc:sldMk cId="636427372" sldId="500"/>
        </pc:sldMkLst>
        <pc:spChg chg="add mod">
          <ac:chgData name="Nicolas Cachanosky" userId="543990dc0ff5ce14" providerId="LiveId" clId="{8E4DE338-F192-4434-A2D2-74D62C08B308}" dt="2026-05-08T19:27:03.540" v="2071"/>
          <ac:spMkLst>
            <pc:docMk/>
            <pc:sldMk cId="636427372" sldId="500"/>
            <ac:spMk id="2" creationId="{3A30BC2B-15CA-9BEE-A646-D839A811477B}"/>
          </ac:spMkLst>
        </pc:spChg>
        <pc:spChg chg="del mod">
          <ac:chgData name="Nicolas Cachanosky" userId="543990dc0ff5ce14" providerId="LiveId" clId="{8E4DE338-F192-4434-A2D2-74D62C08B308}" dt="2026-05-08T18:23:59.715" v="1747" actId="478"/>
          <ac:spMkLst>
            <pc:docMk/>
            <pc:sldMk cId="636427372" sldId="500"/>
            <ac:spMk id="2" creationId="{E8814472-A2B8-F874-3695-FA725DA5AAB5}"/>
          </ac:spMkLst>
        </pc:spChg>
        <pc:spChg chg="add mod">
          <ac:chgData name="Nicolas Cachanosky" userId="543990dc0ff5ce14" providerId="LiveId" clId="{8E4DE338-F192-4434-A2D2-74D62C08B308}" dt="2026-05-08T18:32:15.903" v="1997" actId="1076"/>
          <ac:spMkLst>
            <pc:docMk/>
            <pc:sldMk cId="636427372" sldId="500"/>
            <ac:spMk id="3" creationId="{33FA9110-8B0E-DC8F-8A53-D457CF5C7858}"/>
          </ac:spMkLst>
        </pc:spChg>
        <pc:spChg chg="del">
          <ac:chgData name="Nicolas Cachanosky" userId="543990dc0ff5ce14" providerId="LiveId" clId="{8E4DE338-F192-4434-A2D2-74D62C08B308}" dt="2026-05-08T18:22:04.341" v="1729" actId="478"/>
          <ac:spMkLst>
            <pc:docMk/>
            <pc:sldMk cId="636427372" sldId="500"/>
            <ac:spMk id="4" creationId="{C2FD18B2-1E66-9F2A-971F-E1F31A6251B4}"/>
          </ac:spMkLst>
        </pc:spChg>
        <pc:spChg chg="add mod">
          <ac:chgData name="Nicolas Cachanosky" userId="543990dc0ff5ce14" providerId="LiveId" clId="{8E4DE338-F192-4434-A2D2-74D62C08B308}" dt="2026-05-08T19:27:17.878" v="2074" actId="164"/>
          <ac:spMkLst>
            <pc:docMk/>
            <pc:sldMk cId="636427372" sldId="500"/>
            <ac:spMk id="5" creationId="{A2A6BC05-A39F-DEF3-52E5-DC2D64581866}"/>
          </ac:spMkLst>
        </pc:spChg>
        <pc:spChg chg="add del mod">
          <ac:chgData name="Nicolas Cachanosky" userId="543990dc0ff5ce14" providerId="LiveId" clId="{8E4DE338-F192-4434-A2D2-74D62C08B308}" dt="2026-05-08T18:24:00.837" v="1748" actId="478"/>
          <ac:spMkLst>
            <pc:docMk/>
            <pc:sldMk cId="636427372" sldId="500"/>
            <ac:spMk id="7" creationId="{99FA0EDD-1166-66D1-53E5-C9A757639656}"/>
          </ac:spMkLst>
        </pc:spChg>
        <pc:spChg chg="add mod">
          <ac:chgData name="Nicolas Cachanosky" userId="543990dc0ff5ce14" providerId="LiveId" clId="{8E4DE338-F192-4434-A2D2-74D62C08B308}" dt="2026-05-08T18:50:45.284" v="2054" actId="165"/>
          <ac:spMkLst>
            <pc:docMk/>
            <pc:sldMk cId="636427372" sldId="500"/>
            <ac:spMk id="8" creationId="{D528BA46-4DC5-3306-F367-B839DA821140}"/>
          </ac:spMkLst>
        </pc:spChg>
        <pc:spChg chg="add mod topLvl">
          <ac:chgData name="Nicolas Cachanosky" userId="543990dc0ff5ce14" providerId="LiveId" clId="{8E4DE338-F192-4434-A2D2-74D62C08B308}" dt="2026-05-08T20:53:42.504" v="2526" actId="164"/>
          <ac:spMkLst>
            <pc:docMk/>
            <pc:sldMk cId="636427372" sldId="500"/>
            <ac:spMk id="11" creationId="{79B2AEA3-38F5-2FE2-61AD-93E66E5CC27E}"/>
          </ac:spMkLst>
        </pc:spChg>
        <pc:spChg chg="add mod topLvl">
          <ac:chgData name="Nicolas Cachanosky" userId="543990dc0ff5ce14" providerId="LiveId" clId="{8E4DE338-F192-4434-A2D2-74D62C08B308}" dt="2026-05-08T20:53:42.504" v="2526" actId="164"/>
          <ac:spMkLst>
            <pc:docMk/>
            <pc:sldMk cId="636427372" sldId="500"/>
            <ac:spMk id="14" creationId="{EC5E5116-5B25-C17B-1419-8ED8183A0C34}"/>
          </ac:spMkLst>
        </pc:spChg>
        <pc:spChg chg="add mod">
          <ac:chgData name="Nicolas Cachanosky" userId="543990dc0ff5ce14" providerId="LiveId" clId="{8E4DE338-F192-4434-A2D2-74D62C08B308}" dt="2026-05-08T18:29:34.719" v="1947"/>
          <ac:spMkLst>
            <pc:docMk/>
            <pc:sldMk cId="636427372" sldId="500"/>
            <ac:spMk id="15" creationId="{34CE035B-270A-DEE2-0EF5-1588C018BA99}"/>
          </ac:spMkLst>
        </pc:spChg>
        <pc:grpChg chg="add mod">
          <ac:chgData name="Nicolas Cachanosky" userId="543990dc0ff5ce14" providerId="LiveId" clId="{8E4DE338-F192-4434-A2D2-74D62C08B308}" dt="2026-05-08T20:53:42.504" v="2526" actId="164"/>
          <ac:grpSpMkLst>
            <pc:docMk/>
            <pc:sldMk cId="636427372" sldId="500"/>
            <ac:grpSpMk id="7" creationId="{1297BAF0-A8B4-D2F6-BB41-7C4CC8E27BE6}"/>
          </ac:grpSpMkLst>
        </pc:grpChg>
        <pc:grpChg chg="add del mod topLvl">
          <ac:chgData name="Nicolas Cachanosky" userId="543990dc0ff5ce14" providerId="LiveId" clId="{8E4DE338-F192-4434-A2D2-74D62C08B308}" dt="2026-05-08T19:27:27.820" v="2116" actId="478"/>
          <ac:grpSpMkLst>
            <pc:docMk/>
            <pc:sldMk cId="636427372" sldId="500"/>
            <ac:grpSpMk id="10" creationId="{D82F9ED3-8202-919A-377C-F3EF8FD37F4E}"/>
          </ac:grpSpMkLst>
        </pc:grpChg>
        <pc:grpChg chg="add mod">
          <ac:chgData name="Nicolas Cachanosky" userId="543990dc0ff5ce14" providerId="LiveId" clId="{8E4DE338-F192-4434-A2D2-74D62C08B308}" dt="2026-05-08T20:53:42.504" v="2526" actId="164"/>
          <ac:grpSpMkLst>
            <pc:docMk/>
            <pc:sldMk cId="636427372" sldId="500"/>
            <ac:grpSpMk id="12" creationId="{9E132584-71A2-5E10-3846-6A5D178C3C4C}"/>
          </ac:grpSpMkLst>
        </pc:grpChg>
        <pc:grpChg chg="add del mod">
          <ac:chgData name="Nicolas Cachanosky" userId="543990dc0ff5ce14" providerId="LiveId" clId="{8E4DE338-F192-4434-A2D2-74D62C08B308}" dt="2026-05-08T18:50:45.284" v="2054" actId="165"/>
          <ac:grpSpMkLst>
            <pc:docMk/>
            <pc:sldMk cId="636427372" sldId="500"/>
            <ac:grpSpMk id="17" creationId="{145A109B-5CAD-34CE-3419-CBFF393614FC}"/>
          </ac:grpSpMkLst>
        </pc:grpChg>
        <pc:picChg chg="add mod">
          <ac:chgData name="Nicolas Cachanosky" userId="543990dc0ff5ce14" providerId="LiveId" clId="{8E4DE338-F192-4434-A2D2-74D62C08B308}" dt="2026-05-08T19:27:03.540" v="2071"/>
          <ac:picMkLst>
            <pc:docMk/>
            <pc:sldMk cId="636427372" sldId="500"/>
            <ac:picMk id="4" creationId="{328D3905-A167-FDE4-D998-98B5F10F7BD1}"/>
          </ac:picMkLst>
        </pc:picChg>
        <pc:picChg chg="del">
          <ac:chgData name="Nicolas Cachanosky" userId="543990dc0ff5ce14" providerId="LiveId" clId="{8E4DE338-F192-4434-A2D2-74D62C08B308}" dt="2026-05-08T18:22:06.015" v="1730" actId="478"/>
          <ac:picMkLst>
            <pc:docMk/>
            <pc:sldMk cId="636427372" sldId="500"/>
            <ac:picMk id="5" creationId="{12FDD198-B0B2-983C-4477-7341B252553A}"/>
          </ac:picMkLst>
        </pc:picChg>
        <pc:picChg chg="add mod">
          <ac:chgData name="Nicolas Cachanosky" userId="543990dc0ff5ce14" providerId="LiveId" clId="{8E4DE338-F192-4434-A2D2-74D62C08B308}" dt="2026-05-08T19:27:17.878" v="2074" actId="164"/>
          <ac:picMkLst>
            <pc:docMk/>
            <pc:sldMk cId="636427372" sldId="500"/>
            <ac:picMk id="6" creationId="{79E8B65B-8193-C04B-D3B6-CFD29886CDB7}"/>
          </ac:picMkLst>
        </pc:picChg>
        <pc:picChg chg="add mod">
          <ac:chgData name="Nicolas Cachanosky" userId="543990dc0ff5ce14" providerId="LiveId" clId="{8E4DE338-F192-4434-A2D2-74D62C08B308}" dt="2026-05-08T18:50:45.284" v="2054" actId="165"/>
          <ac:picMkLst>
            <pc:docMk/>
            <pc:sldMk cId="636427372" sldId="500"/>
            <ac:picMk id="9" creationId="{93729905-6A49-5B6C-69D5-BF9AA00A92B8}"/>
          </ac:picMkLst>
        </pc:picChg>
        <pc:picChg chg="add mod">
          <ac:chgData name="Nicolas Cachanosky" userId="543990dc0ff5ce14" providerId="LiveId" clId="{8E4DE338-F192-4434-A2D2-74D62C08B308}" dt="2026-05-08T18:29:34.719" v="1947"/>
          <ac:picMkLst>
            <pc:docMk/>
            <pc:sldMk cId="636427372" sldId="500"/>
            <ac:picMk id="16" creationId="{680099D0-3851-828D-B71E-D15FE48FFDFD}"/>
          </ac:picMkLst>
        </pc:picChg>
        <pc:cxnChg chg="add mod topLvl">
          <ac:chgData name="Nicolas Cachanosky" userId="543990dc0ff5ce14" providerId="LiveId" clId="{8E4DE338-F192-4434-A2D2-74D62C08B308}" dt="2026-05-08T20:53:42.504" v="2526" actId="164"/>
          <ac:cxnSpMkLst>
            <pc:docMk/>
            <pc:sldMk cId="636427372" sldId="500"/>
            <ac:cxnSpMk id="13" creationId="{9305F6D7-9415-4C36-F138-948C471C00C6}"/>
          </ac:cxnSpMkLst>
        </pc:cxnChg>
      </pc:sldChg>
      <pc:sldChg chg="modSp add mod ord">
        <pc:chgData name="Nicolas Cachanosky" userId="543990dc0ff5ce14" providerId="LiveId" clId="{8E4DE338-F192-4434-A2D2-74D62C08B308}" dt="2026-05-08T19:29:55.699" v="2232" actId="20577"/>
        <pc:sldMkLst>
          <pc:docMk/>
          <pc:sldMk cId="324269575" sldId="501"/>
        </pc:sldMkLst>
        <pc:spChg chg="mod">
          <ac:chgData name="Nicolas Cachanosky" userId="543990dc0ff5ce14" providerId="LiveId" clId="{8E4DE338-F192-4434-A2D2-74D62C08B308}" dt="2026-05-08T19:29:34.855" v="2197" actId="20577"/>
          <ac:spMkLst>
            <pc:docMk/>
            <pc:sldMk cId="324269575" sldId="501"/>
            <ac:spMk id="2" creationId="{5E6FA2D1-D0C6-4DB1-3E87-64C30ECEBFEF}"/>
          </ac:spMkLst>
        </pc:spChg>
        <pc:spChg chg="mod">
          <ac:chgData name="Nicolas Cachanosky" userId="543990dc0ff5ce14" providerId="LiveId" clId="{8E4DE338-F192-4434-A2D2-74D62C08B308}" dt="2026-05-08T19:29:55.699" v="2232" actId="20577"/>
          <ac:spMkLst>
            <pc:docMk/>
            <pc:sldMk cId="324269575" sldId="501"/>
            <ac:spMk id="3" creationId="{BAF4C65A-F923-5006-08FA-983FA88BD0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B4745-6FC5-4885-BB92-B897E103CA6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91C4-C263-4986-8DB2-E1CF4593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4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884F-1F06-1750-780A-4EDF9C59C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0B1E1-4DC2-5722-F7A5-C749C0125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51FD-B055-A80E-C50D-A80A6123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1545-A859-4A1A-9F2C-40FB412FFEA6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6C50-7EA5-0387-4C83-5985331E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109C7-B684-FE91-FBF6-DB634BD4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3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56FB-744A-B7F1-3EC6-948D862D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AEB9-D9B8-C7ED-C45C-1242C538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  <a:lvl2pPr>
              <a:defRPr>
                <a:latin typeface="Aptos Narrow" panose="020B0004020202020204" pitchFamily="34" charset="0"/>
              </a:defRPr>
            </a:lvl2pPr>
            <a:lvl3pPr>
              <a:defRPr>
                <a:latin typeface="Aptos Narrow" panose="020B0004020202020204" pitchFamily="34" charset="0"/>
              </a:defRPr>
            </a:lvl3pPr>
            <a:lvl4pPr>
              <a:defRPr>
                <a:latin typeface="Aptos Narrow" panose="020B0004020202020204" pitchFamily="34" charset="0"/>
              </a:defRPr>
            </a:lvl4pPr>
            <a:lvl5pPr>
              <a:defRPr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D670-C044-B776-4D2B-123F0BE7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ACFA-3D0F-49D5-B5E2-24B0E86542D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610E-E68F-83CF-5D63-71C61FD0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90B5A-D280-9EAB-F29B-DE070626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45A6-B152-B024-865C-C5D3753F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F551-1C58-F59F-DFCF-A878B12AE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7F711-BD1A-B63A-E6B5-46CD339F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BD-EDD5-4D62-A6F0-2DDF6383CFD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6A362-7960-1871-31B9-FDB4E716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2DC80-08E4-C148-1E87-F133AAC2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1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4362-1976-FD59-FCD1-7D54464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9EFF-8ACB-11D3-5A92-7846F1887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2367-7514-FD46-4C1D-A4A74795C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16046-EA71-E393-4D8C-CE6506C8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5743-3324-4ED2-ADED-56A2584A8224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A627-AFC6-8914-940F-BC4E62D5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3DCA-D53A-0699-47B9-87A5ECAD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FD9D-43AD-E6A2-DD05-EBC66C88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12FA-4B17-65FE-BABB-47331DFA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7B511-9DAE-C826-7A36-C9873EC4C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20754-93FE-DCD5-F6FC-F851436AD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CF814-45E2-9194-6159-2132651EB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94FAA-42FB-9285-401E-75442B74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37867-C160-42A2-BACE-470CD82974EF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25AEE-601D-CD09-8E7C-A04B6E7E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2599E-1675-0E03-F8CA-909EEBE3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0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12D4-C31C-2C21-7904-B52F6DA5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41446-37A2-90A6-16C9-6F6B5511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AACE-6410-411B-9E2E-EF1A018EC4BF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A1F3B-2916-B330-2ACC-D9CBCCB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A994F-91F7-4D3B-C046-5667A839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0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1423E-5742-B3BA-F1D2-A735A821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ABC1-E7F4-40CA-8A51-E7B051CA24E4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0288C-4902-DFB1-6A54-E1C5BCBC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F29A-A812-ED38-CBC5-B526103D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8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0DF6-626A-C100-08C9-C9CEE368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3A0D-4790-3880-28F8-6C007603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ABBEE-479F-7194-1B9C-71E754467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7CA6E-70C7-3768-24DA-3E992000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BD8A2-5CA8-4F94-A7F8-6C4E2A586B17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5493D-78B8-B13C-C2FE-29A204CE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5F194-5ACF-D803-E28D-76786015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4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B5F8-09B8-C933-0494-38D987BD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5FB69-D737-F750-278E-80EE0930D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D2F6F-A9C9-7000-DB17-2947936AC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D3B8F-4ED8-9B5E-315A-A39B9CDB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FE545-DC10-4684-A25E-D58FCC5B015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F116-52A6-4E60-A308-BFC2963A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5782B-B0AA-8BBA-5907-2EB1A408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2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456E-0BFF-3A47-C509-3CC58A44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028FF-6DA8-FF35-651C-695FBFC0C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4197-495E-5ECE-5E56-EE4DD4C1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D65CA-2142-4648-8D69-31A12CDFE40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71E2-93F0-6C71-96A8-8F56FB7A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16A9-9D9A-E52D-BD34-F23C5048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18901-1B79-C8D5-058C-F6DAB72DD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0D1BD-6A49-C7B8-55F8-AA4B08665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99AE-4BD6-A28D-2CA4-7A2B5FC6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E75F-3207-48EC-8585-377D73996DD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1DE6-AD28-D071-8681-47920B8B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35BA-2516-447E-476F-FA62D8A3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3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1F342-C198-615F-4174-B0E83222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209FC-F726-A78C-784F-F712C72E4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1016-A72D-5F27-EEEE-123FAD78D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5D4ED-D198-4698-B28C-52F8634FF5B2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435D-4536-757C-9046-CC2185144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1683-06CC-C718-A999-85AE8366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7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 Narrow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646F-24D3-D556-C11A-C0E06557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342B9A-9FD2-D9F0-8E93-0FCD1A2DE72C}"/>
              </a:ext>
            </a:extLst>
          </p:cNvPr>
          <p:cNvSpPr/>
          <p:nvPr/>
        </p:nvSpPr>
        <p:spPr>
          <a:xfrm>
            <a:off x="950068" y="1690688"/>
            <a:ext cx="4572000" cy="4572000"/>
          </a:xfrm>
          <a:prstGeom prst="ellipse">
            <a:avLst/>
          </a:prstGeom>
          <a:noFill/>
          <a:ln w="1016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030011E8-7044-B08E-332C-5E9D46EA4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35868" y="2376488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7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F757-6786-5405-0333-90721702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FA9110-8B0E-DC8F-8A53-D457CF5C7858}"/>
              </a:ext>
            </a:extLst>
          </p:cNvPr>
          <p:cNvSpPr/>
          <p:nvPr/>
        </p:nvSpPr>
        <p:spPr>
          <a:xfrm>
            <a:off x="3048" y="379476"/>
            <a:ext cx="12188952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132584-71A2-5E10-3846-6A5D178C3C4C}"/>
              </a:ext>
            </a:extLst>
          </p:cNvPr>
          <p:cNvGrpSpPr/>
          <p:nvPr/>
        </p:nvGrpSpPr>
        <p:grpSpPr>
          <a:xfrm>
            <a:off x="1524000" y="1226403"/>
            <a:ext cx="9144000" cy="4405194"/>
            <a:chOff x="1524000" y="1226403"/>
            <a:chExt cx="9144000" cy="44051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B2AEA3-38F5-2FE2-61AD-93E66E5CC27E}"/>
                </a:ext>
              </a:extLst>
            </p:cNvPr>
            <p:cNvSpPr txBox="1"/>
            <p:nvPr/>
          </p:nvSpPr>
          <p:spPr>
            <a:xfrm>
              <a:off x="1524000" y="3969603"/>
              <a:ext cx="914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accent3"/>
                  </a:solidFill>
                </a:rPr>
                <a:t>The Precision Advantage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305F6D7-9415-4C36-F138-948C471C00C6}"/>
                </a:ext>
              </a:extLst>
            </p:cNvPr>
            <p:cNvCxnSpPr>
              <a:cxnSpLocks/>
            </p:cNvCxnSpPr>
            <p:nvPr/>
          </p:nvCxnSpPr>
          <p:spPr>
            <a:xfrm>
              <a:off x="2671484" y="4800600"/>
              <a:ext cx="6858000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5E5116-5B25-C17B-1419-8ED8183A0C34}"/>
                </a:ext>
              </a:extLst>
            </p:cNvPr>
            <p:cNvSpPr txBox="1"/>
            <p:nvPr/>
          </p:nvSpPr>
          <p:spPr>
            <a:xfrm>
              <a:off x="2057400" y="4800600"/>
              <a:ext cx="8077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XQMB 5311 · Quantitative Methods for Business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Nicolas Cachanosky · UTEP · Center for Free Enterprise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297BAF0-A8B4-D2F6-BB41-7C4CC8E27BE6}"/>
                </a:ext>
              </a:extLst>
            </p:cNvPr>
            <p:cNvGrpSpPr/>
            <p:nvPr/>
          </p:nvGrpSpPr>
          <p:grpSpPr>
            <a:xfrm>
              <a:off x="4724400" y="1226403"/>
              <a:ext cx="2743200" cy="2743200"/>
              <a:chOff x="950068" y="1690688"/>
              <a:chExt cx="4572000" cy="4572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2A6BC05-A39F-DEF3-52E5-DC2D64581866}"/>
                  </a:ext>
                </a:extLst>
              </p:cNvPr>
              <p:cNvSpPr/>
              <p:nvPr/>
            </p:nvSpPr>
            <p:spPr>
              <a:xfrm>
                <a:off x="950068" y="1690688"/>
                <a:ext cx="4572000" cy="4572000"/>
              </a:xfrm>
              <a:prstGeom prst="ellipse">
                <a:avLst/>
              </a:prstGeom>
              <a:noFill/>
              <a:ln w="1016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Graphic 5" descr="Bar chart with solid fill">
                <a:extLst>
                  <a:ext uri="{FF2B5EF4-FFF2-40B4-BE49-F238E27FC236}">
                    <a16:creationId xmlns:a16="http://schemas.microsoft.com/office/drawing/2014/main" id="{79E8B65B-8193-C04B-D3B6-CFD29886C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635868" y="2376488"/>
                <a:ext cx="3200400" cy="3200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642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CB24-3ED3-1D06-FF1E-357BDA2E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27550-4C38-F073-3FAB-099A6694E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Descriptive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3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4169F-63BF-CA52-8C19-6269F276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A2D1-D0C6-4DB1-3E87-64C30ECE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4C65A-F923-5006-08FA-983FA88BD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A652C-7B78-A2CF-949F-06D89BD5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F444-52AF-E8DE-F293-4B0D6179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B8672-6C4E-2213-075B-C692A3C27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Interval Estimation and Hypothesis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49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D9B03-1C97-F31E-ADBB-8E440E9C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06B9-D679-E0AA-F350-C03CD4FE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38DA6-9545-E47E-8072-BEB554423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ANOVA: Analysis of 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55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5844C-36A1-FE95-7FA3-1173FE1F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7D4E-4FD4-DCAD-0893-D839D6B0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B608-9F36-9D56-DF37-EA6FAD583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Categorical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48B71-A26F-4CA1-F434-9CFD7391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1AE2-05D5-2040-0CD7-4A5967B2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14478-3362-9512-BDFB-6332AFB7F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Statistical Foundations Review: From Description to Decision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24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16FD2-8FC0-3E2F-88E8-F2E46E69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5684-2500-DAAB-5CD5-3FE0A189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4E715-1945-F53E-FF70-8CD77209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Regression Analysis: Introduction to Econometrics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9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conomic Order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6454F"/>
      </a:accent1>
      <a:accent2>
        <a:srgbClr val="87A96B"/>
      </a:accent2>
      <a:accent3>
        <a:srgbClr val="B87333"/>
      </a:accent3>
      <a:accent4>
        <a:srgbClr val="5B9BD5"/>
      </a:accent4>
      <a:accent5>
        <a:srgbClr val="D4745E"/>
      </a:accent5>
      <a:accent6>
        <a:srgbClr val="8E7AB5"/>
      </a:accent6>
      <a:hlink>
        <a:srgbClr val="F5F3EB"/>
      </a:hlink>
      <a:folHlink>
        <a:srgbClr val="B26B0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64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Narrow</vt:lpstr>
      <vt:lpstr>Arial</vt:lpstr>
      <vt:lpstr>Georgia</vt:lpstr>
      <vt:lpstr>Lato</vt:lpstr>
      <vt:lpstr>Office Theme</vt:lpstr>
      <vt:lpstr>Logo</vt:lpstr>
      <vt:lpstr>PowerPoint Presentation</vt:lpstr>
      <vt:lpstr>CHAPTER 1</vt:lpstr>
      <vt:lpstr>CHAPTER 2</vt:lpstr>
      <vt:lpstr>CHAPTER 3</vt:lpstr>
      <vt:lpstr>CHAPTER 4</vt:lpstr>
      <vt:lpstr>CHAPTER 5</vt:lpstr>
      <vt:lpstr>CHAPTER 6</vt:lpstr>
      <vt:lpstr>CHAPTER 7</vt:lpstr>
    </vt:vector>
  </TitlesOfParts>
  <Company>University of Texas at El Paso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AND BANKING</dc:title>
  <dc:creator>Cachanosky, Nicolas</dc:creator>
  <cp:lastModifiedBy>Cachanosky, Nicolas</cp:lastModifiedBy>
  <cp:revision>2</cp:revision>
  <dcterms:created xsi:type="dcterms:W3CDTF">2024-08-06T18:24:30Z</dcterms:created>
  <dcterms:modified xsi:type="dcterms:W3CDTF">2026-05-08T20:53:53Z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2024-08-06T18:38:06Z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5281bcd3-0085-46d0-a6f0-4fddad3096b1</vt:lpwstr>
  </property>
  <property fmtid="{D5CDD505-2E9C-101B-9397-08002B2CF9AE}" pid="8" name="MSIP_Label_b73649dc-6fee-4eb8-a128-734c3c842ea8_ContentBits">
    <vt:lpwstr>0</vt:lpwstr>
  </property>
</Properties>
</file>